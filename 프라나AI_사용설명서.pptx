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D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52D54"/>
          </a:solidFill>
          <a:ln w="12700">
            <a:solidFill>
              <a:srgbClr val="152D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52D54"/>
          </a:solidFill>
          <a:ln w="12700">
            <a:solidFill>
              <a:srgbClr val="152D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13632" y="1234440"/>
            <a:ext cx="73152" cy="2468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60520" y="11430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프라나 AI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160520" y="21945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89BD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설명서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60520" y="2971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블루아카이브 게임 정보 플랫폼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320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89BD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PRANA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005840"/>
            <a:ext cx="365760" cy="36576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1005840"/>
            <a:ext cx="365760" cy="3657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1005840"/>
            <a:ext cx="365760" cy="3657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9BD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회원가입 &amp; 로그인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9BD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역할별 권한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9BD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정보글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9BD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계산기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9BD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4663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7A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Guide · 사용자 매뉴얼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D6F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94360" cy="9601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&amp; 로그인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만들기와 접속 방법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94360" cy="9601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권한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600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유형별 기능 안내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86000"/>
            <a:ext cx="594360" cy="9601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8600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377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정보글 보기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7889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정보 검색 및 조회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86000"/>
            <a:ext cx="594360" cy="9601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28600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23774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정보글 작성/관리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7889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작성, 수정, 삭제 방법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74720"/>
            <a:ext cx="594360" cy="9601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7472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5661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계산기 사용법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3977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엘리그마 &amp; 제조 노드 계산기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74720"/>
            <a:ext cx="594360" cy="9601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474720"/>
            <a:ext cx="594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35661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사용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3977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스마트폰에서 이용하기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&amp; 로그인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3D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26464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4447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 하단의 로그인 클릭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20824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20391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페이지 하단의 회원가입 링크 클릭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263347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닉네임, 이메일, 비밀번호(6자 이상) 입력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09544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322783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버튼 클릭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03904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03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38221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승인 후 활동 가능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914400"/>
            <a:ext cx="36576" cy="393192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3D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1426464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85232" y="14447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 하단의 로그인 클릭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020824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85232" y="2039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이메일, 비밀번호 입력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2615184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85232" y="2633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버튼 클릭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209544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85232" y="32278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사이드바에 닉네임 + 로그아웃 버튼 표시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4069080"/>
            <a:ext cx="3931920" cy="640080"/>
          </a:xfrm>
          <a:prstGeom prst="rect">
            <a:avLst/>
          </a:prstGeom>
          <a:solidFill>
            <a:srgbClr val="FEF9E7"/>
          </a:solidFill>
          <a:ln w="12700">
            <a:solidFill>
              <a:srgbClr val="F9CA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8348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D660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로그아웃은 사이드바 하단의 로그아웃 버튼을 클릭하세요.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D6F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권한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회원의 역할에 따라 사용할 수 있는 기능이 달라집니다.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53312"/>
            <a:ext cx="1920240" cy="100584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99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⏳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037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A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(pending)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478024"/>
            <a:ext cx="1554480" cy="274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877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가입 직후 기본 상태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정보글 읽기만 가능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904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관리자 승인 필요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96312" y="1353312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96312" y="1353312"/>
            <a:ext cx="1920240" cy="10058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1399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96312" y="1901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96312" y="22037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A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(user)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79192" y="2478024"/>
            <a:ext cx="1554480" cy="274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87752" y="25877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정보글 읽기 가능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87752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계산기 사용 가능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587752" y="3904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글 작성 불가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81144" y="1353312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81144" y="1353312"/>
            <a:ext cx="1920240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1399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81144" y="1901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부관리자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81144" y="22037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A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(editor)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64024" y="2478024"/>
            <a:ext cx="1554480" cy="274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72584" y="25877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정보글 작성 가능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72584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본인 글 수정/삭제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72584" y="3904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관리자 글은 수정 불가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665976" y="1353312"/>
            <a:ext cx="192024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65976" y="1353312"/>
            <a:ext cx="192024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65976" y="1399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👑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665976" y="19019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65976" y="22037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A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(admin)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48856" y="2478024"/>
            <a:ext cx="1554480" cy="274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57416" y="25877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모든 글 관리 가능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57416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카테고리/유저 관리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757416" y="3904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삭제된 글 복원 가능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정보글 살펴보기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D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정보글 목록 보는 방법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444752"/>
            <a:ext cx="3931920" cy="658368"/>
          </a:xfrm>
          <a:prstGeom prst="rect">
            <a:avLst/>
          </a:prstGeom>
          <a:solidFill>
            <a:srgbClr val="EEF5FD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00200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4447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사이드바에서 정보글 클릭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249424"/>
            <a:ext cx="3931920" cy="658368"/>
          </a:xfrm>
          <a:prstGeom prst="rect">
            <a:avLst/>
          </a:prstGeom>
          <a:solidFill>
            <a:srgbClr val="EEF5FD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2404872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224942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탭으로 원하는 분야 선택 (전체/공지 등)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054096"/>
            <a:ext cx="3931920" cy="658368"/>
          </a:xfrm>
          <a:prstGeom prst="rect">
            <a:avLst/>
          </a:prstGeom>
          <a:solidFill>
            <a:srgbClr val="EEF5FD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0352" y="3209544"/>
            <a:ext cx="347472" cy="34747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305409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행을 클릭하면 상세 내용 확인 가능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914400"/>
            <a:ext cx="36576" cy="393192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960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D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알아두면 좋아요!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37760" y="1444752"/>
            <a:ext cx="3749040" cy="758952"/>
          </a:xfrm>
          <a:prstGeom prst="rect">
            <a:avLst/>
          </a:prstGeom>
          <a:solidFill>
            <a:srgbClr val="F8FB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609344"/>
            <a:ext cx="548640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6093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87568" y="1517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 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87568" y="1828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최상단에 빨간 배경으로 강조 표시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359152"/>
            <a:ext cx="3749040" cy="758952"/>
          </a:xfrm>
          <a:prstGeom prst="rect">
            <a:avLst/>
          </a:prstGeom>
          <a:solidFill>
            <a:srgbClr val="F8FB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2523744"/>
            <a:ext cx="548640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5237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87568" y="2432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탭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87568" y="2743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전체/공지 및 분야별 탭으로 빠르게 필터링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273552"/>
            <a:ext cx="3749040" cy="758952"/>
          </a:xfrm>
          <a:prstGeom prst="rect">
            <a:avLst/>
          </a:prstGeom>
          <a:solidFill>
            <a:srgbClr val="F8FB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3438144"/>
            <a:ext cx="54864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4381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87568" y="3346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상세 보기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87568" y="3657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행을 클릭하면 전체 내용과 이미지를 확인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D6F"/>
          </a:solidFill>
          <a:ln w="12700">
            <a:solidFill>
              <a:srgbClr val="1B3D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정보글 작성 · 수정 · 삭제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부관리자 및 관리자만 사용 가능한 기능입니다.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280160"/>
            <a:ext cx="272491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80160"/>
            <a:ext cx="2724912" cy="6400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80160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작성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0352" y="2084832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" y="20299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정보글 목록에서 글 작성 버튼 클릭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" y="2642616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7824" y="25877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입력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0352" y="3200400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7824" y="314553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선택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0352" y="3758184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758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7824" y="3703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작성 (텍스트, 이미지, 링크 등 지원)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0352" y="4315968"/>
            <a:ext cx="256032" cy="25603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7824" y="426110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작성하기 버튼 클릭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91840" y="1280160"/>
            <a:ext cx="272491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1280160"/>
            <a:ext cx="2724912" cy="6400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1280160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수정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474720" y="2084832"/>
            <a:ext cx="256032" cy="25603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22192" y="20299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또는 상세 페이지에서 수정 버튼 클릭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74720" y="2642616"/>
            <a:ext cx="256032" cy="25603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22192" y="25877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수정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474720" y="3200400"/>
            <a:ext cx="256032" cy="25603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22192" y="314553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수정하기 버튼 클릭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36208" y="1280160"/>
            <a:ext cx="272491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36208" y="1280160"/>
            <a:ext cx="2724912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1280160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삭제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19088" y="2084832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19088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66560" y="202996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또는 상세 페이지에서 삭제 버튼 클릭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19088" y="2642616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2642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66560" y="2587752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팝업에서 확인 클릭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19088" y="3200400"/>
            <a:ext cx="256032" cy="25603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9088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66560" y="314553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삭제된 글은 관리자가 복원 가능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엘리그마 계산기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사이드바의 엘리그마 계산기를 클릭하여 사용합니다.  학생 성급 달성에 필요한 엘리그마를 계산해드립니다!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578608" cy="1353312"/>
          </a:xfrm>
          <a:prstGeom prst="rect">
            <a:avLst/>
          </a:prstGeom>
          <a:solidFill>
            <a:srgbClr val="F5EEF8"/>
          </a:solidFill>
          <a:ln w="12700">
            <a:solidFill>
              <a:srgbClr val="D2B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73152" cy="13533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627632"/>
            <a:ext cx="420624" cy="420624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53619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성급 선택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17627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학생의 현재 성급을 선택합니다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82112" y="1371600"/>
            <a:ext cx="2578608" cy="1353312"/>
          </a:xfrm>
          <a:prstGeom prst="rect">
            <a:avLst/>
          </a:prstGeom>
          <a:solidFill>
            <a:srgbClr val="F5EEF8"/>
          </a:solidFill>
          <a:ln w="12700">
            <a:solidFill>
              <a:srgbClr val="D2B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82112" y="1371600"/>
            <a:ext cx="73152" cy="13533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46704" y="1627632"/>
            <a:ext cx="420624" cy="420624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67912" y="153619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성급 선택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46704" y="217627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목표 성급을 선택합니다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98464" y="1371600"/>
            <a:ext cx="2578608" cy="1353312"/>
          </a:xfrm>
          <a:prstGeom prst="rect">
            <a:avLst/>
          </a:prstGeom>
          <a:solidFill>
            <a:srgbClr val="F5EEF8"/>
          </a:solidFill>
          <a:ln w="12700">
            <a:solidFill>
              <a:srgbClr val="D2B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98464" y="1371600"/>
            <a:ext cx="73152" cy="13533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1627632"/>
            <a:ext cx="420624" cy="420624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84264" y="153619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조각 입력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63056" y="217627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보유한 엘레프(조각) 수 입력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2578608" cy="1353312"/>
          </a:xfrm>
          <a:prstGeom prst="rect">
            <a:avLst/>
          </a:prstGeom>
          <a:solidFill>
            <a:srgbClr val="F5EEF8"/>
          </a:solidFill>
          <a:ln w="12700">
            <a:solidFill>
              <a:srgbClr val="D2B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926080"/>
            <a:ext cx="73152" cy="13533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3182112"/>
            <a:ext cx="420624" cy="420624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09067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가격 설정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" y="373075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엘레프 1개당 가격을 입력합니다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82112" y="2926080"/>
            <a:ext cx="2578608" cy="1353312"/>
          </a:xfrm>
          <a:prstGeom prst="rect">
            <a:avLst/>
          </a:prstGeom>
          <a:solidFill>
            <a:srgbClr val="F5EEF8"/>
          </a:solidFill>
          <a:ln w="12700">
            <a:solidFill>
              <a:srgbClr val="D2B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82112" y="2926080"/>
            <a:ext cx="73152" cy="13533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46704" y="3182112"/>
            <a:ext cx="420624" cy="420624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46704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67912" y="309067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횟수 설정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46704" y="373075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 구매 가능 횟수를 설정합니다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98464" y="2926080"/>
            <a:ext cx="2578608" cy="1353312"/>
          </a:xfrm>
          <a:prstGeom prst="rect">
            <a:avLst/>
          </a:prstGeom>
          <a:solidFill>
            <a:srgbClr val="F5EEF8"/>
          </a:solidFill>
          <a:ln w="12700">
            <a:solidFill>
              <a:srgbClr val="D2B4D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98464" y="2926080"/>
            <a:ext cx="73152" cy="135331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63056" y="3182112"/>
            <a:ext cx="420624" cy="420624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3182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84264" y="309067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D3C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계산하기 클릭!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63056" y="3730752"/>
            <a:ext cx="230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엘리그마 &amp; 구매 조각 수 확인!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5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8A6B"/>
          </a:solidFill>
          <a:ln w="12700">
            <a:solidFill>
              <a:srgbClr val="1A8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노드 기대값 계산기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사이드바의 제조 계산기를 클릭합니다.  두 가지 모드로 사용할 수 있습니다.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206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4206240" cy="822960"/>
          </a:xfrm>
          <a:prstGeom prst="rect">
            <a:avLst/>
          </a:prstGeom>
          <a:solidFill>
            <a:srgbClr val="1A8A6B"/>
          </a:solidFill>
          <a:ln w="12700">
            <a:solidFill>
              <a:srgbClr val="1A8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1: 노드 → 아이템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F2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아이템이 나올까?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414016"/>
            <a:ext cx="274320" cy="274320"/>
          </a:xfrm>
          <a:prstGeom prst="ellipse">
            <a:avLst/>
          </a:prstGeom>
          <a:solidFill>
            <a:srgbClr val="1A8A6B"/>
          </a:solidFill>
          <a:ln w="12700">
            <a:solidFill>
              <a:srgbClr val="1A8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14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28600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/ 2차 / 3차 노드를 드롭다운에서 선택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035808"/>
            <a:ext cx="274320" cy="274320"/>
          </a:xfrm>
          <a:prstGeom prst="ellipse">
            <a:avLst/>
          </a:prstGeom>
          <a:solidFill>
            <a:srgbClr val="1A8A6B"/>
          </a:solidFill>
          <a:ln w="12700">
            <a:solidFill>
              <a:srgbClr val="1A8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90779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아이템별 기대 확률이 자동으로 표시됨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657600"/>
            <a:ext cx="274320" cy="274320"/>
          </a:xfrm>
          <a:prstGeom prst="ellipse">
            <a:avLst/>
          </a:prstGeom>
          <a:solidFill>
            <a:srgbClr val="1A8A6B"/>
          </a:solidFill>
          <a:ln w="12700">
            <a:solidFill>
              <a:srgbClr val="1A8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52958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검색창으로 특정 아이템 필터링 가능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279392"/>
            <a:ext cx="274320" cy="274320"/>
          </a:xfrm>
          <a:prstGeom prst="ellipse">
            <a:avLst/>
          </a:prstGeom>
          <a:solidFill>
            <a:srgbClr val="1A8A6B"/>
          </a:solidFill>
          <a:ln w="12700">
            <a:solidFill>
              <a:srgbClr val="1A8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4151376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확률순 / 티어 기준 정렬 가능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64608" y="1325880"/>
            <a:ext cx="4206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1325880"/>
            <a:ext cx="4206240" cy="82296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13258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2: 아이템 → 노드 추천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01768" y="1828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F2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아이템을 얻으려면?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93208" y="2414016"/>
            <a:ext cx="274320" cy="27432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2414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58968" y="228600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탭에서 아이템 → 최적 노드 추천 탭 클릭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93208" y="3035808"/>
            <a:ext cx="274320" cy="27432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3208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58968" y="290779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아이템을 검색하고 선택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93208" y="3657600"/>
            <a:ext cx="274320" cy="274320"/>
          </a:xfrm>
          <a:prstGeom prst="ellipse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93208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58968" y="352958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노드 조합이 자동으로 추천됨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전용 기능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관리자(admin) 권한 보유자만 사용 가능합니다.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60520" cy="1389888"/>
          </a:xfrm>
          <a:prstGeom prst="rect">
            <a:avLst/>
          </a:prstGeom>
          <a:solidFill>
            <a:srgbClr val="FEF9F9"/>
          </a:solidFill>
          <a:ln w="12700">
            <a:solidFill>
              <a:srgbClr val="F194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73152" cy="138988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5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2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관리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87452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정보글 목록 페이지에서 카테고리 관리 버튼을 클릭하여 새 카테고리를 추가하거나 기존 카테고리를 삭제할 수 있습니다. (전체/공지는 삭제 불가)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160520" cy="1389888"/>
          </a:xfrm>
          <a:prstGeom prst="rect">
            <a:avLst/>
          </a:prstGeom>
          <a:solidFill>
            <a:srgbClr val="FEF9F9"/>
          </a:solidFill>
          <a:ln w="12700">
            <a:solidFill>
              <a:srgbClr val="F194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25880"/>
            <a:ext cx="73152" cy="138988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5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23560" y="141732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2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관리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187452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사이드바의 유저 관리를 클릭합니다. 신규 가입자를 승인하고 역할(사용자/부관리자/관리자)을 변경하거나 비활성화/복원할 수 있습니다.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4160520" cy="1389888"/>
          </a:xfrm>
          <a:prstGeom prst="rect">
            <a:avLst/>
          </a:prstGeom>
          <a:solidFill>
            <a:srgbClr val="FEF9F9"/>
          </a:solidFill>
          <a:ln w="12700">
            <a:solidFill>
              <a:srgbClr val="F194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80360"/>
            <a:ext cx="73152" cy="138988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5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🗑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29718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2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삭제된 글 복원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34290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정보글 목록에서 삭제된 글 버튼을 클릭하면 삭제된 글 목록이 표시됩니다. 복원 버튼을 클릭하면 글을 다시 활성화할 수 있습니다.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880360"/>
            <a:ext cx="4160520" cy="1389888"/>
          </a:xfrm>
          <a:prstGeom prst="rect">
            <a:avLst/>
          </a:prstGeom>
          <a:solidFill>
            <a:srgbClr val="FEF9F9"/>
          </a:solidFill>
          <a:ln w="12700">
            <a:solidFill>
              <a:srgbClr val="F194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880360"/>
            <a:ext cx="73152" cy="138988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5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23560" y="29718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2B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이력(로그) 조회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0912" y="34290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5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목록에서 로그 버튼(보라색)을 클릭하면 해당 글의 전체 이력(생성/수정/삭제/복원)과 작업자·일시를 확인할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D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152D54"/>
          </a:solidFill>
          <a:ln w="12700">
            <a:solidFill>
              <a:srgbClr val="152D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114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사용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14800" cy="713232"/>
          </a:xfrm>
          <a:prstGeom prst="rect">
            <a:avLst/>
          </a:prstGeom>
          <a:solidFill>
            <a:srgbClr val="1E3D6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64008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9BD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헤더의  ≡  버튼을 클릭하면 메뉴 열림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901952"/>
            <a:ext cx="4114800" cy="713232"/>
          </a:xfrm>
          <a:prstGeom prst="rect">
            <a:avLst/>
          </a:prstGeom>
          <a:solidFill>
            <a:srgbClr val="1E3D6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901952"/>
            <a:ext cx="64008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0195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9BD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항목을 선택하면 해당 페이지로 이동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798064"/>
            <a:ext cx="4114800" cy="713232"/>
          </a:xfrm>
          <a:prstGeom prst="rect">
            <a:avLst/>
          </a:prstGeom>
          <a:solidFill>
            <a:srgbClr val="1E3D6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798064"/>
            <a:ext cx="64008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9806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9BD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배경을 클릭하면 메뉴가 닫힘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694176"/>
            <a:ext cx="4114800" cy="713232"/>
          </a:xfrm>
          <a:prstGeom prst="rect">
            <a:avLst/>
          </a:prstGeom>
          <a:solidFill>
            <a:srgbClr val="1E3D6B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694176"/>
            <a:ext cx="64008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9417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9BD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기능은 모바일에서도 동일하게 사용 가능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822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프라나 AI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블루아카이브 게임 정보 플랫폼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0" y="2240280"/>
            <a:ext cx="1828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하는 블루아카이브!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3154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궁금한 점은 관리자에게 문의하세요.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840480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84848" y="3840480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51776" y="3840480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프라나 AI 사용 설명서</dc:title>
  <dc:subject>PptxGenJS Presentation</dc:subject>
  <dc:creator>PptxGenJS</dc:creator>
  <cp:lastModifiedBy>PptxGenJS</cp:lastModifiedBy>
  <cp:revision>1</cp:revision>
  <dcterms:created xsi:type="dcterms:W3CDTF">2026-04-01T07:36:34Z</dcterms:created>
  <dcterms:modified xsi:type="dcterms:W3CDTF">2026-04-01T07:36:34Z</dcterms:modified>
</cp:coreProperties>
</file>